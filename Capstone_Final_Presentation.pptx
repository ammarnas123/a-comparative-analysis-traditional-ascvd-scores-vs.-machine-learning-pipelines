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Predicting 10-Year Cardiovascular Disease Risk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Comparative Analysis of Traditional ASCVD Scores vs. Machine Learning</a:t>
            </a:r>
          </a:p>
          <a:p>
            <a:r>
              <a:t>Capstone Project by: [Your Name Here]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Traditional clinical risk scores for Cardiovascular Disease (CVD) can be inaccurate, leading to false alarms or missed diagnoses.</a:t>
            </a:r>
          </a:p>
          <a:p>
            <a:r>
              <a:t>Dataset: Framingham Heart Study (n=4,240 patients, 10-year follow-up).</a:t>
            </a:r>
          </a:p>
          <a:p>
            <a:r>
              <a:t>Objective: To determine if Machine Learning models can outperform the traditional ASCVD/Framingham Risk Score in predicting 10-year CVD events.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 &amp;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Missing Data Handling: Imputed missing values in glucose, totChol, BMI, etc. using K-Nearest Neighbors (KNN) Imputation.</a:t>
            </a:r>
          </a:p>
          <a:p>
            <a:r>
              <a:t>2. Class Imbalance: Addressed the 15% minority class (patients with CVD) using SMOTE (Synthetic Minority Over-sampling Technique) on the training data.</a:t>
            </a:r>
          </a:p>
          <a:p>
            <a:r>
              <a:t>3. Feature Engineering: Created 4 new clinical indicators: PulsePressure, MAP, Age_x_Cigs, and Age_x_sysBP.</a:t>
            </a:r>
          </a:p>
          <a:p>
            <a:r>
              <a:t>4. Data Splitting: Used a 70% Training / 30% Testing split for all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Traditional Baseline: A 'Panicked Doctor'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first evaluated the traditional Framingham Risk Score (FRS) with a &gt;15% risk threshold.</a:t>
            </a:r>
          </a:p>
          <a:p>
            <a:r>
              <a:t>Result: The FRS predicted almost everyone as 'High Risk'.</a:t>
            </a:r>
          </a:p>
          <a:p>
            <a:pPr lvl="1"/>
            <a:r>
              <a:t>Accuracy: 15.28% (Extremely poor due to 3,591 false alarms).</a:t>
            </a:r>
          </a:p>
          <a:p>
            <a:pPr lvl="1"/>
            <a:r>
              <a:t>Sensitivity (Recall): 99.84% (Caught nearly all sick patients, but at an unacceptable cost).</a:t>
            </a:r>
          </a:p>
          <a:p>
            <a:r>
              <a:t>Conclusion: The baseline is clinically unusable. Our goal is to beat this.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22514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Sensitivity (Recall)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Specificity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Accuracy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Traditional ASCVD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15.28%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Decision Tree (Tuned)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50.86%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66.82%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79.61%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74.14%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79.56%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r>
                        <a:t>Neural Network (ANN)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73.35%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Clinical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Accuracy vs. Recall Trade-off: Models with the highest accuracy (GBM at 79.6%) had the worst recall, missing over 80% of sick patients.</a:t>
            </a:r>
          </a:p>
          <a:p>
            <a:r>
              <a:t>2. The 'Safety-First' Model: The pruned Decision Tree (Alpha=0.005) was the best model for catching sick patients, achieving a 75.65% Recall.</a:t>
            </a:r>
          </a:p>
          <a:p>
            <a:r>
              <a:t>3. The 'Balanced' Model: Logistic Regression provided the most stable, balanced performance (67% Accuracy, 61% Recall), making it a reliable choice.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the Most Important Risk Factors?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Across all tree-based models, two variables were consistently the most predictive:</a:t>
            </a:r>
          </a:p>
          <a:p>
            <a:pPr lvl="1"/>
            <a:r>
              <a:t>1. Age (Accounted for ~80% of the decision in the simple Decision Tree).</a:t>
            </a:r>
          </a:p>
          <a:p>
            <a:pPr lvl="1"/>
            <a:r>
              <a:t>2. Systolic Blood Pressure (sysBP) (Accounted for the remaining ~20%).</a:t>
            </a:r>
          </a:p>
          <a:p>
            <a:r>
              <a:t>The Random Forest model also ranked these #1 and #2, followed by Total Cholesterol, Diastolic BP, and Glucose.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significantly outperforms the traditional clinical baseline, improving accuracy from 15% to a range of 50-80%.</a:t>
            </a:r>
          </a:p>
          <a:p>
            <a:r>
              <a:t>Recommendation depends on the clinical goal:</a:t>
            </a:r>
          </a:p>
          <a:p>
            <a:pPr lvl="1"/>
            <a:r>
              <a:t>For a high-sensitivity screening tool, the pruned Decision Tree is the best choice.</a:t>
            </a:r>
          </a:p>
          <a:p>
            <a:pPr lvl="1"/>
            <a:r>
              <a:t>For a balanced, reliable diagnostic aid, Logistic Regression is the most stable and interpretable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